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6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6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1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8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7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4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8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2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09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5779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3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4653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7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66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47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2669D-73FD-4AC5-ADB8-9934A86522DC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DD973F-3889-4D23-8A33-E1EB3400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91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nn-bank-churn-classification-5vedds2uvjspbvvrn2zekn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mkar-Gadade/ANN-Bank-Churn-Classifi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A29903-4189-9AC1-5550-993422382343}"/>
              </a:ext>
            </a:extLst>
          </p:cNvPr>
          <p:cNvSpPr/>
          <p:nvPr/>
        </p:nvSpPr>
        <p:spPr>
          <a:xfrm>
            <a:off x="1432874" y="1593130"/>
            <a:ext cx="8050491" cy="1216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CAPSTONE PROJECT 2 – ANN CLASSIFICATION – BANK CHURN RATE PROBABLITY PREDICTION USING VS CODE and STREAMLIT APP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30F4C7-E9E8-A25A-13EA-923C19CB28A1}"/>
              </a:ext>
            </a:extLst>
          </p:cNvPr>
          <p:cNvSpPr/>
          <p:nvPr/>
        </p:nvSpPr>
        <p:spPr>
          <a:xfrm>
            <a:off x="3511483" y="3601038"/>
            <a:ext cx="3497345" cy="7635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By Omkar Gadade (PGA28) THANE</a:t>
            </a:r>
          </a:p>
        </p:txBody>
      </p:sp>
    </p:spTree>
    <p:extLst>
      <p:ext uri="{BB962C8B-B14F-4D97-AF65-F5344CB8AC3E}">
        <p14:creationId xmlns:p14="http://schemas.microsoft.com/office/powerpoint/2010/main" val="193921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3389-DCC7-324D-2395-3F0B9945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95B2B-92A1-6914-8A05-2166E4C1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30837"/>
            <a:ext cx="10493429" cy="4410525"/>
          </a:xfrm>
        </p:spPr>
        <p:txBody>
          <a:bodyPr/>
          <a:lstStyle/>
          <a:p>
            <a:pPr>
              <a:buAutoNum type="alphaLcParenR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VS CODE</a:t>
            </a:r>
          </a:p>
          <a:p>
            <a:pPr>
              <a:buAutoNum type="alphaLcParenR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STREAMLIT (For Website Creation)</a:t>
            </a:r>
          </a:p>
          <a:p>
            <a:pPr>
              <a:buAutoNum type="alphaLcParenR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STREAMLIT Cloud (For Deployment purpose via GitHub Repo)</a:t>
            </a:r>
          </a:p>
          <a:p>
            <a:pPr>
              <a:buFont typeface="+mj-lt"/>
              <a:buAutoNum type="alphaLcParenR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LIBRARIES: Pandas,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</a:rPr>
              <a:t>Numpy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, TensorFlow,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</a:rPr>
              <a:t>Keras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</a:rPr>
              <a:t>ipykernel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</a:rPr>
              <a:t>TensorBoard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, Scikit-learn</a:t>
            </a:r>
          </a:p>
          <a:p>
            <a:pPr>
              <a:buFont typeface="+mj-lt"/>
              <a:buAutoNum type="alphaLcParenR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Excel </a:t>
            </a:r>
          </a:p>
          <a:p>
            <a:pPr>
              <a:buAutoNum type="alphaLcParenR"/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71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E632-1C92-D72A-B5F6-7D160D0E9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711126" cy="735160"/>
          </a:xfrm>
        </p:spPr>
        <p:txBody>
          <a:bodyPr/>
          <a:lstStyle/>
          <a:p>
            <a:r>
              <a:rPr lang="en-IN" dirty="0"/>
              <a:t>Data: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C984819-A91F-58DE-3BFC-E8CE70411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512588"/>
            <a:ext cx="8596312" cy="1320800"/>
          </a:xfrm>
          <a:ln>
            <a:solidFill>
              <a:schemeClr val="tx2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46E237-C37D-A9DC-6DF2-C674047D69FE}"/>
              </a:ext>
            </a:extLst>
          </p:cNvPr>
          <p:cNvCxnSpPr/>
          <p:nvPr/>
        </p:nvCxnSpPr>
        <p:spPr>
          <a:xfrm>
            <a:off x="8661259" y="2322267"/>
            <a:ext cx="61274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33A637-0CCF-5DDF-AB07-8B607F1B9CB4}"/>
              </a:ext>
            </a:extLst>
          </p:cNvPr>
          <p:cNvSpPr/>
          <p:nvPr/>
        </p:nvSpPr>
        <p:spPr>
          <a:xfrm>
            <a:off x="2168165" y="1602558"/>
            <a:ext cx="1791093" cy="516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Input Features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0FDFF15-3BEA-0450-7CFB-B902DA356A44}"/>
              </a:ext>
            </a:extLst>
          </p:cNvPr>
          <p:cNvSpPr/>
          <p:nvPr/>
        </p:nvSpPr>
        <p:spPr>
          <a:xfrm>
            <a:off x="8512404" y="1602557"/>
            <a:ext cx="914400" cy="5166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O/P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EA03A2-2C08-76ED-B197-B701DD5B3033}"/>
              </a:ext>
            </a:extLst>
          </p:cNvPr>
          <p:cNvCxnSpPr/>
          <p:nvPr/>
        </p:nvCxnSpPr>
        <p:spPr>
          <a:xfrm>
            <a:off x="791852" y="2322267"/>
            <a:ext cx="772055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6BF4015C-87D8-18B9-D4D4-37A2FFA8F974}"/>
              </a:ext>
            </a:extLst>
          </p:cNvPr>
          <p:cNvSpPr/>
          <p:nvPr/>
        </p:nvSpPr>
        <p:spPr>
          <a:xfrm>
            <a:off x="1809946" y="4336330"/>
            <a:ext cx="3544479" cy="1320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I/P Features:10</a:t>
            </a:r>
          </a:p>
        </p:txBody>
      </p:sp>
    </p:spTree>
    <p:extLst>
      <p:ext uri="{BB962C8B-B14F-4D97-AF65-F5344CB8AC3E}">
        <p14:creationId xmlns:p14="http://schemas.microsoft.com/office/powerpoint/2010/main" val="363633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80F8-F732-8006-3A8B-88B1FD20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093388" cy="934298"/>
          </a:xfrm>
        </p:spPr>
        <p:txBody>
          <a:bodyPr/>
          <a:lstStyle/>
          <a:p>
            <a:r>
              <a:rPr lang="en-IN" dirty="0"/>
              <a:t>Procedure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21385E-642E-FE08-4377-81CE85426841}"/>
              </a:ext>
            </a:extLst>
          </p:cNvPr>
          <p:cNvSpPr/>
          <p:nvPr/>
        </p:nvSpPr>
        <p:spPr>
          <a:xfrm>
            <a:off x="245097" y="3005972"/>
            <a:ext cx="1602556" cy="846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CHURN Modelling Dataset .csv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8A7166-CC2D-7973-6E4A-EF8109AB97A9}"/>
              </a:ext>
            </a:extLst>
          </p:cNvPr>
          <p:cNvCxnSpPr>
            <a:cxnSpLocks/>
          </p:cNvCxnSpPr>
          <p:nvPr/>
        </p:nvCxnSpPr>
        <p:spPr>
          <a:xfrm>
            <a:off x="2073897" y="3429000"/>
            <a:ext cx="876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42ECA71-D9DB-D6F2-3C95-F7B63E0DA80A}"/>
              </a:ext>
            </a:extLst>
          </p:cNvPr>
          <p:cNvSpPr/>
          <p:nvPr/>
        </p:nvSpPr>
        <p:spPr>
          <a:xfrm>
            <a:off x="1139170" y="3978709"/>
            <a:ext cx="2804474" cy="1763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BASIC F.E.</a:t>
            </a:r>
          </a:p>
          <a:p>
            <a:pPr algn="ctr"/>
            <a:r>
              <a:rPr lang="en-IN" dirty="0"/>
              <a:t>(One Hot Encoding Label Encoding)</a:t>
            </a:r>
          </a:p>
          <a:p>
            <a:pPr algn="ctr"/>
            <a:r>
              <a:rPr lang="en-IN" dirty="0"/>
              <a:t>(Standardization)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F423EA6-A79D-E00E-D6A8-3DF72C00A8C6}"/>
              </a:ext>
            </a:extLst>
          </p:cNvPr>
          <p:cNvSpPr/>
          <p:nvPr/>
        </p:nvSpPr>
        <p:spPr>
          <a:xfrm>
            <a:off x="5330857" y="2157865"/>
            <a:ext cx="329938" cy="34879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25A1E0-79C6-42D2-5680-8FF7FBE9387B}"/>
              </a:ext>
            </a:extLst>
          </p:cNvPr>
          <p:cNvGrpSpPr/>
          <p:nvPr/>
        </p:nvGrpSpPr>
        <p:grpSpPr>
          <a:xfrm>
            <a:off x="4660663" y="1525304"/>
            <a:ext cx="3868562" cy="3788793"/>
            <a:chOff x="5128184" y="1961000"/>
            <a:chExt cx="3868562" cy="3739599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5A2A1078-BB5E-F4CC-BC70-3FE16D47035E}"/>
                </a:ext>
              </a:extLst>
            </p:cNvPr>
            <p:cNvSpPr/>
            <p:nvPr/>
          </p:nvSpPr>
          <p:spPr>
            <a:xfrm>
              <a:off x="5792397" y="1961000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E4D51568-5DAE-7714-262E-444E16327C8B}"/>
                </a:ext>
              </a:extLst>
            </p:cNvPr>
            <p:cNvSpPr/>
            <p:nvPr/>
          </p:nvSpPr>
          <p:spPr>
            <a:xfrm>
              <a:off x="5830480" y="3219121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B19B79FF-295B-6098-75FD-E2F85068EDDD}"/>
                </a:ext>
              </a:extLst>
            </p:cNvPr>
            <p:cNvSpPr/>
            <p:nvPr/>
          </p:nvSpPr>
          <p:spPr>
            <a:xfrm>
              <a:off x="5844619" y="3868786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1D55C5B4-53CC-FE7E-BB83-A0256D0D9D5C}"/>
                </a:ext>
              </a:extLst>
            </p:cNvPr>
            <p:cNvSpPr/>
            <p:nvPr/>
          </p:nvSpPr>
          <p:spPr>
            <a:xfrm>
              <a:off x="5830479" y="5351808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ADC7CFC9-FA9D-ED1A-D996-4D59F33645AB}"/>
                </a:ext>
              </a:extLst>
            </p:cNvPr>
            <p:cNvSpPr/>
            <p:nvPr/>
          </p:nvSpPr>
          <p:spPr>
            <a:xfrm>
              <a:off x="6763732" y="2514992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AC28F2E8-5E5F-631D-139B-FD0C7F4FE718}"/>
                </a:ext>
              </a:extLst>
            </p:cNvPr>
            <p:cNvSpPr/>
            <p:nvPr/>
          </p:nvSpPr>
          <p:spPr>
            <a:xfrm>
              <a:off x="6763732" y="3098473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E05DD1DE-6CB0-285E-6A61-DC107B63110F}"/>
                </a:ext>
              </a:extLst>
            </p:cNvPr>
            <p:cNvSpPr/>
            <p:nvPr/>
          </p:nvSpPr>
          <p:spPr>
            <a:xfrm>
              <a:off x="6763732" y="3718875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50914D03-B04B-7FDE-2211-F00C161A22D0}"/>
                </a:ext>
              </a:extLst>
            </p:cNvPr>
            <p:cNvSpPr/>
            <p:nvPr/>
          </p:nvSpPr>
          <p:spPr>
            <a:xfrm>
              <a:off x="6763732" y="4339277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7B77DE90-90C2-9010-22C7-CD6994AE0B2F}"/>
                </a:ext>
              </a:extLst>
            </p:cNvPr>
            <p:cNvSpPr/>
            <p:nvPr/>
          </p:nvSpPr>
          <p:spPr>
            <a:xfrm>
              <a:off x="7678130" y="4038665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CA09E62E-7804-18CC-50F5-0145690A463D}"/>
                </a:ext>
              </a:extLst>
            </p:cNvPr>
            <p:cNvSpPr/>
            <p:nvPr/>
          </p:nvSpPr>
          <p:spPr>
            <a:xfrm>
              <a:off x="7678130" y="3380819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2C331C14-7E9E-C087-20A9-9627199B5424}"/>
                </a:ext>
              </a:extLst>
            </p:cNvPr>
            <p:cNvSpPr/>
            <p:nvPr/>
          </p:nvSpPr>
          <p:spPr>
            <a:xfrm>
              <a:off x="7678130" y="2725887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5E8E5BF1-127A-3D54-3B3F-ED7734AF8624}"/>
                </a:ext>
              </a:extLst>
            </p:cNvPr>
            <p:cNvSpPr/>
            <p:nvPr/>
          </p:nvSpPr>
          <p:spPr>
            <a:xfrm>
              <a:off x="8666808" y="3393516"/>
              <a:ext cx="329938" cy="348791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B23414FA-3DAF-B863-621A-60E750EFF5AF}"/>
                </a:ext>
              </a:extLst>
            </p:cNvPr>
            <p:cNvSpPr/>
            <p:nvPr/>
          </p:nvSpPr>
          <p:spPr>
            <a:xfrm>
              <a:off x="5128184" y="1979352"/>
              <a:ext cx="518472" cy="372124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B64335-63FD-FD7D-03B8-31246F659939}"/>
              </a:ext>
            </a:extLst>
          </p:cNvPr>
          <p:cNvCxnSpPr/>
          <p:nvPr/>
        </p:nvCxnSpPr>
        <p:spPr>
          <a:xfrm>
            <a:off x="5780495" y="1695686"/>
            <a:ext cx="443060" cy="365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8055F0-B1D4-FBE0-01DC-6EE895C75507}"/>
              </a:ext>
            </a:extLst>
          </p:cNvPr>
          <p:cNvCxnSpPr>
            <a:cxnSpLocks/>
          </p:cNvCxnSpPr>
          <p:nvPr/>
        </p:nvCxnSpPr>
        <p:spPr>
          <a:xfrm>
            <a:off x="5733068" y="1747218"/>
            <a:ext cx="550286" cy="876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2DD2E3-8788-116D-3910-85BA47D0577A}"/>
              </a:ext>
            </a:extLst>
          </p:cNvPr>
          <p:cNvCxnSpPr>
            <a:cxnSpLocks/>
          </p:cNvCxnSpPr>
          <p:nvPr/>
        </p:nvCxnSpPr>
        <p:spPr>
          <a:xfrm>
            <a:off x="5656868" y="1838410"/>
            <a:ext cx="612545" cy="146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233B67-B2F7-E182-5ECC-84832CE20D4F}"/>
              </a:ext>
            </a:extLst>
          </p:cNvPr>
          <p:cNvCxnSpPr>
            <a:cxnSpLocks/>
          </p:cNvCxnSpPr>
          <p:nvPr/>
        </p:nvCxnSpPr>
        <p:spPr>
          <a:xfrm>
            <a:off x="5615624" y="1910471"/>
            <a:ext cx="593891" cy="2024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DC7221-E0C2-5E0A-F78E-1BC84A30ECC7}"/>
              </a:ext>
            </a:extLst>
          </p:cNvPr>
          <p:cNvCxnSpPr>
            <a:cxnSpLocks/>
          </p:cNvCxnSpPr>
          <p:nvPr/>
        </p:nvCxnSpPr>
        <p:spPr>
          <a:xfrm>
            <a:off x="6655906" y="2341232"/>
            <a:ext cx="422248" cy="135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1D2994-B5E4-C8BC-39CE-8989D5DF0E66}"/>
              </a:ext>
            </a:extLst>
          </p:cNvPr>
          <p:cNvCxnSpPr>
            <a:cxnSpLocks/>
          </p:cNvCxnSpPr>
          <p:nvPr/>
        </p:nvCxnSpPr>
        <p:spPr>
          <a:xfrm>
            <a:off x="6655906" y="2436646"/>
            <a:ext cx="422248" cy="569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D98FA7-493D-A49C-4E58-FE1F92A19DAF}"/>
              </a:ext>
            </a:extLst>
          </p:cNvPr>
          <p:cNvCxnSpPr>
            <a:cxnSpLocks/>
          </p:cNvCxnSpPr>
          <p:nvPr/>
        </p:nvCxnSpPr>
        <p:spPr>
          <a:xfrm>
            <a:off x="6595424" y="2451332"/>
            <a:ext cx="482730" cy="1208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5D406A-A368-658B-E5FB-2EDC4C099E0E}"/>
              </a:ext>
            </a:extLst>
          </p:cNvPr>
          <p:cNvCxnSpPr>
            <a:cxnSpLocks/>
          </p:cNvCxnSpPr>
          <p:nvPr/>
        </p:nvCxnSpPr>
        <p:spPr>
          <a:xfrm>
            <a:off x="7553613" y="2585777"/>
            <a:ext cx="571394" cy="469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1CA049-C1A7-ABE9-DA54-7C0E84E997EC}"/>
              </a:ext>
            </a:extLst>
          </p:cNvPr>
          <p:cNvSpPr txBox="1"/>
          <p:nvPr/>
        </p:nvSpPr>
        <p:spPr>
          <a:xfrm>
            <a:off x="3226086" y="3105830"/>
            <a:ext cx="11989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I/P Features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70CF0CE-DD36-4BD7-7BB5-B154C677121B}"/>
              </a:ext>
            </a:extLst>
          </p:cNvPr>
          <p:cNvSpPr/>
          <p:nvPr/>
        </p:nvSpPr>
        <p:spPr>
          <a:xfrm>
            <a:off x="9584544" y="719918"/>
            <a:ext cx="1800820" cy="11905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Pickle (.pkl) and (.h5) file 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BC40E36-62E3-F8A0-5F96-0CF6F7350E81}"/>
              </a:ext>
            </a:extLst>
          </p:cNvPr>
          <p:cNvCxnSpPr>
            <a:cxnSpLocks/>
          </p:cNvCxnSpPr>
          <p:nvPr/>
        </p:nvCxnSpPr>
        <p:spPr>
          <a:xfrm flipH="1">
            <a:off x="10484954" y="2110231"/>
            <a:ext cx="1" cy="7928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C5F0198-02F8-F60E-6A41-2E68E855C93F}"/>
              </a:ext>
            </a:extLst>
          </p:cNvPr>
          <p:cNvSpPr/>
          <p:nvPr/>
        </p:nvSpPr>
        <p:spPr>
          <a:xfrm>
            <a:off x="9584544" y="3042749"/>
            <a:ext cx="1943895" cy="1320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STREAMLIT WEB APP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14906A-E9DA-61CA-FD0E-118CCBC0E835}"/>
              </a:ext>
            </a:extLst>
          </p:cNvPr>
          <p:cNvCxnSpPr>
            <a:cxnSpLocks/>
          </p:cNvCxnSpPr>
          <p:nvPr/>
        </p:nvCxnSpPr>
        <p:spPr>
          <a:xfrm flipH="1">
            <a:off x="10484953" y="4564294"/>
            <a:ext cx="1" cy="7928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1815793-BF95-B409-0F38-ACB413423F75}"/>
              </a:ext>
            </a:extLst>
          </p:cNvPr>
          <p:cNvSpPr/>
          <p:nvPr/>
        </p:nvSpPr>
        <p:spPr>
          <a:xfrm>
            <a:off x="9584544" y="5495827"/>
            <a:ext cx="2075868" cy="11594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Deployment to Streamlit Cloud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D7D02BE-28F9-8788-AE55-5519D6411333}"/>
              </a:ext>
            </a:extLst>
          </p:cNvPr>
          <p:cNvCxnSpPr/>
          <p:nvPr/>
        </p:nvCxnSpPr>
        <p:spPr>
          <a:xfrm>
            <a:off x="8388961" y="2030939"/>
            <a:ext cx="0" cy="79090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41176869-8FF6-3E24-EA97-3764FA47E85F}"/>
              </a:ext>
            </a:extLst>
          </p:cNvPr>
          <p:cNvSpPr/>
          <p:nvPr/>
        </p:nvSpPr>
        <p:spPr>
          <a:xfrm>
            <a:off x="7881923" y="1014316"/>
            <a:ext cx="1014077" cy="70627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Loss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997CF23-FC4A-50D3-8AFF-FD00FEB4A587}"/>
              </a:ext>
            </a:extLst>
          </p:cNvPr>
          <p:cNvCxnSpPr/>
          <p:nvPr/>
        </p:nvCxnSpPr>
        <p:spPr>
          <a:xfrm>
            <a:off x="8801589" y="1336490"/>
            <a:ext cx="68177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EB67B9E-3769-92C2-A34A-204F0886F3D3}"/>
              </a:ext>
            </a:extLst>
          </p:cNvPr>
          <p:cNvSpPr txBox="1"/>
          <p:nvPr/>
        </p:nvSpPr>
        <p:spPr>
          <a:xfrm>
            <a:off x="6250759" y="1337330"/>
            <a:ext cx="55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HL1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8BBBB6-A0EC-5898-C41A-091FA3372C0D}"/>
              </a:ext>
            </a:extLst>
          </p:cNvPr>
          <p:cNvSpPr txBox="1"/>
          <p:nvPr/>
        </p:nvSpPr>
        <p:spPr>
          <a:xfrm>
            <a:off x="7088483" y="1343755"/>
            <a:ext cx="482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HL2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46B20F-B927-9C09-5AF1-BAE9D826B831}"/>
              </a:ext>
            </a:extLst>
          </p:cNvPr>
          <p:cNvSpPr txBox="1"/>
          <p:nvPr/>
        </p:nvSpPr>
        <p:spPr>
          <a:xfrm>
            <a:off x="5707036" y="5394851"/>
            <a:ext cx="3100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HL1, HL2 : Relu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Output: Sigmoid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Optim: Adam Optimizer</a:t>
            </a:r>
          </a:p>
        </p:txBody>
      </p:sp>
    </p:spTree>
    <p:extLst>
      <p:ext uri="{BB962C8B-B14F-4D97-AF65-F5344CB8AC3E}">
        <p14:creationId xmlns:p14="http://schemas.microsoft.com/office/powerpoint/2010/main" val="354103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A2E9-D2F9-FAAE-6D49-DA4E1471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 Model Parameters: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7693BF-7A5D-CC61-3FFD-9425D184F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45559"/>
            <a:ext cx="9800215" cy="2226821"/>
          </a:xfrm>
        </p:spPr>
      </p:pic>
    </p:spTree>
    <p:extLst>
      <p:ext uri="{BB962C8B-B14F-4D97-AF65-F5344CB8AC3E}">
        <p14:creationId xmlns:p14="http://schemas.microsoft.com/office/powerpoint/2010/main" val="296409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157C-95D9-C165-2203-75C44346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030756" cy="1320800"/>
          </a:xfrm>
        </p:spPr>
        <p:txBody>
          <a:bodyPr/>
          <a:lstStyle/>
          <a:p>
            <a:r>
              <a:rPr lang="en-IN" dirty="0"/>
              <a:t>ANN Model Parameters: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D2AF6-DCE2-7153-C5AE-3DBFA176B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56" y="1881252"/>
            <a:ext cx="6479746" cy="436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51B8-4603-B0EA-7907-92BA63FD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 Model Optimizer, Learning Rate and Loss: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7E6F81-4FA5-D306-385D-F2B3BEBE5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869" y="2583541"/>
            <a:ext cx="8760221" cy="2280203"/>
          </a:xfrm>
        </p:spPr>
      </p:pic>
    </p:spTree>
    <p:extLst>
      <p:ext uri="{BB962C8B-B14F-4D97-AF65-F5344CB8AC3E}">
        <p14:creationId xmlns:p14="http://schemas.microsoft.com/office/powerpoint/2010/main" val="219993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E9DC-1001-B284-2884-33E70C32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the model: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CEC99-C758-4E50-449A-7AA355EC9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877" y="2160588"/>
            <a:ext cx="8450284" cy="3881437"/>
          </a:xfrm>
        </p:spPr>
      </p:pic>
    </p:spTree>
    <p:extLst>
      <p:ext uri="{BB962C8B-B14F-4D97-AF65-F5344CB8AC3E}">
        <p14:creationId xmlns:p14="http://schemas.microsoft.com/office/powerpoint/2010/main" val="318645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3D2B-DC77-1264-C0ED-A21536EF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Tensorboard</a:t>
            </a:r>
            <a:r>
              <a:rPr lang="en-IN" dirty="0"/>
              <a:t> Visualization for Epoch Accuracy and Loss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A0065B-082C-77D0-0C64-FAF9657C7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991" y="2127283"/>
            <a:ext cx="5579358" cy="4121117"/>
          </a:xfrm>
        </p:spPr>
      </p:pic>
    </p:spTree>
    <p:extLst>
      <p:ext uri="{BB962C8B-B14F-4D97-AF65-F5344CB8AC3E}">
        <p14:creationId xmlns:p14="http://schemas.microsoft.com/office/powerpoint/2010/main" val="45871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2970-3E59-59C9-14E3-EF70659B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Tensorboard</a:t>
            </a:r>
            <a:r>
              <a:rPr lang="en-IN" dirty="0"/>
              <a:t> Visualization for Epoch Accuracy and Loss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A9DE0F-91DB-E94B-2FCD-D1003314B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929" y="2207722"/>
            <a:ext cx="5770783" cy="4168197"/>
          </a:xfrm>
        </p:spPr>
      </p:pic>
    </p:spTree>
    <p:extLst>
      <p:ext uri="{BB962C8B-B14F-4D97-AF65-F5344CB8AC3E}">
        <p14:creationId xmlns:p14="http://schemas.microsoft.com/office/powerpoint/2010/main" val="2722527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4D63-3B2B-CCD9-76E0-A41D10A7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Streamlit APP Deployment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D443FD-621F-236C-1C59-00335F80E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536" y="1857080"/>
            <a:ext cx="7345782" cy="4391320"/>
          </a:xfrm>
        </p:spPr>
      </p:pic>
    </p:spTree>
    <p:extLst>
      <p:ext uri="{BB962C8B-B14F-4D97-AF65-F5344CB8AC3E}">
        <p14:creationId xmlns:p14="http://schemas.microsoft.com/office/powerpoint/2010/main" val="79004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E99E-EEFA-B75E-4585-3F761CA2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Streamlit APP Deployment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CE14C0-D88F-06F9-EC94-AC012DECC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527" y="2160588"/>
            <a:ext cx="7320566" cy="4087812"/>
          </a:xfrm>
        </p:spPr>
      </p:pic>
    </p:spTree>
    <p:extLst>
      <p:ext uri="{BB962C8B-B14F-4D97-AF65-F5344CB8AC3E}">
        <p14:creationId xmlns:p14="http://schemas.microsoft.com/office/powerpoint/2010/main" val="215349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7F8D-AFD4-1966-5A47-406EDDEF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344118" cy="1068371"/>
          </a:xfrm>
        </p:spPr>
        <p:txBody>
          <a:bodyPr/>
          <a:lstStyle/>
          <a:p>
            <a:r>
              <a:rPr lang="en-IN" dirty="0"/>
              <a:t>Streamlit APP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C0E87-1CE8-F096-25AA-CB16A8CBF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05" y="4845376"/>
            <a:ext cx="8596668" cy="752925"/>
          </a:xfrm>
        </p:spPr>
        <p:txBody>
          <a:bodyPr/>
          <a:lstStyle/>
          <a:p>
            <a:r>
              <a:rPr lang="en-IN" dirty="0"/>
              <a:t>URL: </a:t>
            </a:r>
            <a:r>
              <a:rPr lang="en-IN" dirty="0">
                <a:hlinkClick r:id="rId2"/>
              </a:rPr>
              <a:t>https://ann-bank-churn-classification-5vedds2uvjspbvvrn2zekn.streamlit.app/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4CC37-91F8-0696-C45D-C00DF7D33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418714"/>
            <a:ext cx="5336967" cy="314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6A9D2-BA95-A4D4-5DF3-460F803F965F}"/>
              </a:ext>
            </a:extLst>
          </p:cNvPr>
          <p:cNvSpPr txBox="1"/>
          <p:nvPr/>
        </p:nvSpPr>
        <p:spPr>
          <a:xfrm>
            <a:off x="677333" y="6063734"/>
            <a:ext cx="4545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Repo: </a:t>
            </a:r>
            <a:r>
              <a:rPr lang="en-IN" dirty="0">
                <a:hlinkClick r:id="rId4"/>
              </a:rPr>
              <a:t>https://github.com/Omkar-Gadade/ANN-Bank-Churn-Classification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8348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1518</TotalTime>
  <Words>197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PowerPoint Presentation</vt:lpstr>
      <vt:lpstr>TOOLS USED:</vt:lpstr>
      <vt:lpstr>Data:</vt:lpstr>
      <vt:lpstr>Procedure</vt:lpstr>
      <vt:lpstr>ANN Model Parameters:</vt:lpstr>
      <vt:lpstr>ANN Model Parameters:</vt:lpstr>
      <vt:lpstr>ANN Model Optimizer, Learning Rate and Loss:</vt:lpstr>
      <vt:lpstr>Training the model:</vt:lpstr>
      <vt:lpstr>Tensorboard Visualization for Epoch Accuracy and Loss</vt:lpstr>
      <vt:lpstr>Tensorboard Visualization for Epoch Accuracy and Loss</vt:lpstr>
      <vt:lpstr>Streamlit APP Deployment</vt:lpstr>
      <vt:lpstr>Streamlit APP Deployment</vt:lpstr>
      <vt:lpstr>Streamlit APP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Gadade</dc:creator>
  <cp:lastModifiedBy>Omkar Gadade</cp:lastModifiedBy>
  <cp:revision>13</cp:revision>
  <dcterms:created xsi:type="dcterms:W3CDTF">2025-04-21T10:25:03Z</dcterms:created>
  <dcterms:modified xsi:type="dcterms:W3CDTF">2025-04-22T11:43:32Z</dcterms:modified>
</cp:coreProperties>
</file>